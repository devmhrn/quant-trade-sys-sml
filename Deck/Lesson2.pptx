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 — OHLCV Data &amp; Market Microstructure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market data and execution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OHLCV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</a:t>
            </a:r>
          </a:p>
          <a:p>
            <a:pPr>
              <a:defRPr sz="2000"/>
            </a:pPr>
            <a:r>
              <a:t>High</a:t>
            </a:r>
          </a:p>
          <a:p>
            <a:pPr>
              <a:defRPr sz="2000"/>
            </a:pPr>
            <a:r>
              <a:t>Low</a:t>
            </a:r>
          </a:p>
          <a:p>
            <a:pPr>
              <a:defRPr sz="2000"/>
            </a:pPr>
            <a:r>
              <a:t>Close</a:t>
            </a:r>
          </a:p>
          <a:p>
            <a:pPr>
              <a:defRPr sz="2000"/>
            </a:pPr>
            <a:r>
              <a:t>Volume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Open, High, Low &amp; 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 = first traded price</a:t>
            </a:r>
          </a:p>
          <a:p>
            <a:pPr>
              <a:defRPr sz="2000"/>
            </a:pPr>
            <a:r>
              <a:t>High = highest traded price</a:t>
            </a:r>
          </a:p>
          <a:p>
            <a:pPr>
              <a:defRPr sz="2000"/>
            </a:pPr>
            <a:r>
              <a:t>Low = lowest traded price</a:t>
            </a:r>
          </a:p>
          <a:p>
            <a:pPr>
              <a:defRPr sz="2000"/>
            </a:pPr>
            <a:r>
              <a:t>Close = final traded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Volume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Volume measures market activity</a:t>
            </a:r>
          </a:p>
          <a:p>
            <a:pPr>
              <a:defRPr sz="2000"/>
            </a:pPr>
            <a:r>
              <a:t>High volume often means better liquidity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OHLCV Data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 trading systems use OHLCV datasets</a:t>
            </a:r>
          </a:p>
        </p:txBody>
      </p:sp>
      <p:pic>
        <p:nvPicPr>
          <p:cNvPr id="4" name="Picture 3" descr="ohlcv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943600" cy="32992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You Press BUY?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Who sells to you?</a:t>
            </a:r>
          </a:p>
          <a:p>
            <a:pPr>
              <a:defRPr sz="2000"/>
            </a:pPr>
            <a:r>
              <a:t>How are trades matched?</a:t>
            </a:r>
          </a:p>
          <a:p>
            <a:pPr>
              <a:defRPr sz="2000"/>
            </a:pPr>
            <a:r>
              <a:t>Why does price move?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Bid &amp; Ask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Bid = highest buyer price</a:t>
            </a:r>
          </a:p>
          <a:p>
            <a:pPr>
              <a:defRPr sz="2000"/>
            </a:pPr>
            <a:r>
              <a:t>Ask = lowest seller price</a:t>
            </a:r>
          </a:p>
          <a:p>
            <a:pPr>
              <a:defRPr sz="2000"/>
            </a:pPr>
            <a:r>
              <a:t>Difference = spread</a:t>
            </a:r>
          </a:p>
        </p:txBody>
      </p:sp>
      <p:pic>
        <p:nvPicPr>
          <p:cNvPr id="4" name="Picture 3" descr="bid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943600" cy="32883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Spread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Spread represents transaction cost</a:t>
            </a:r>
          </a:p>
        </p:txBody>
      </p:sp>
      <p:pic>
        <p:nvPicPr>
          <p:cNvPr id="4" name="Picture 3" descr="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943600" cy="3268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Liquidity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Ability to trade without moving price significantly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Orders vs Limit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Market = execution priority</a:t>
            </a:r>
          </a:p>
          <a:p>
            <a:pPr>
              <a:defRPr sz="2000"/>
            </a:pPr>
            <a:r>
              <a:t>Limit = price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Slippage &amp; Market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Large trades can move markets</a:t>
            </a:r>
          </a:p>
          <a:p>
            <a:pPr>
              <a:defRPr sz="2000"/>
            </a:pPr>
            <a:r>
              <a:t>Execution quality matters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does OHLCV stand for?</a:t>
            </a:r>
          </a:p>
          <a:p>
            <a:pPr>
              <a:defRPr sz="2000"/>
            </a:pPr>
            <a:r>
              <a:t>Which order guarantees execution?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OHLCV dataset</a:t>
            </a:r>
          </a:p>
          <a:p>
            <a:pPr>
              <a:defRPr sz="2000"/>
            </a:pPr>
            <a:r>
              <a:t>Visualize spreads</a:t>
            </a:r>
          </a:p>
          <a:p>
            <a:pPr>
              <a:defRPr sz="2000"/>
            </a:pPr>
            <a:r>
              <a:t>Simulate execution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mini exchange simulator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
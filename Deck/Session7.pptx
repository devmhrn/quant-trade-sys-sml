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60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tesh Saini" userId="8dca73311806eaa7" providerId="LiveId" clId="{8A18633D-D30F-4A5D-8CA4-C7F9C5B6B645}"/>
    <pc:docChg chg="custSel modSld">
      <pc:chgData name="Hitesh Saini" userId="8dca73311806eaa7" providerId="LiveId" clId="{8A18633D-D30F-4A5D-8CA4-C7F9C5B6B645}" dt="2026-06-17T03:54:09.118" v="211" actId="478"/>
      <pc:docMkLst>
        <pc:docMk/>
      </pc:docMkLst>
      <pc:sldChg chg="addSp delSp modSp mod">
        <pc:chgData name="Hitesh Saini" userId="8dca73311806eaa7" providerId="LiveId" clId="{8A18633D-D30F-4A5D-8CA4-C7F9C5B6B645}" dt="2026-06-17T01:31:23.774" v="5" actId="1076"/>
        <pc:sldMkLst>
          <pc:docMk/>
          <pc:sldMk cId="0" sldId="256"/>
        </pc:sldMkLst>
        <pc:spChg chg="mod">
          <ac:chgData name="Hitesh Saini" userId="8dca73311806eaa7" providerId="LiveId" clId="{8A18633D-D30F-4A5D-8CA4-C7F9C5B6B645}" dt="2026-06-17T01:31:22.074" v="4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Hitesh Saini" userId="8dca73311806eaa7" providerId="LiveId" clId="{8A18633D-D30F-4A5D-8CA4-C7F9C5B6B645}" dt="2026-06-17T01:31:13.589" v="0" actId="478"/>
          <ac:spMkLst>
            <pc:docMk/>
            <pc:sldMk cId="0" sldId="256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1:31:23.774" v="5" actId="1076"/>
          <ac:picMkLst>
            <pc:docMk/>
            <pc:sldMk cId="0" sldId="256"/>
            <ac:picMk id="1026" creationId="{F21FD973-2D64-472B-BFDA-42D70AD7AAFF}"/>
          </ac:picMkLst>
        </pc:picChg>
      </pc:sldChg>
      <pc:sldChg chg="addSp delSp modSp mod">
        <pc:chgData name="Hitesh Saini" userId="8dca73311806eaa7" providerId="LiveId" clId="{8A18633D-D30F-4A5D-8CA4-C7F9C5B6B645}" dt="2026-06-17T01:33:31.182" v="9" actId="478"/>
        <pc:sldMkLst>
          <pc:docMk/>
          <pc:sldMk cId="0" sldId="257"/>
        </pc:sldMkLst>
        <pc:spChg chg="del">
          <ac:chgData name="Hitesh Saini" userId="8dca73311806eaa7" providerId="LiveId" clId="{8A18633D-D30F-4A5D-8CA4-C7F9C5B6B645}" dt="2026-06-17T01:33:31.182" v="9" actId="478"/>
          <ac:spMkLst>
            <pc:docMk/>
            <pc:sldMk cId="0" sldId="257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1:33:27.195" v="8" actId="1076"/>
          <ac:picMkLst>
            <pc:docMk/>
            <pc:sldMk cId="0" sldId="257"/>
            <ac:picMk id="2050" creationId="{40DA57A2-FA1D-6451-D5B6-800757D8B710}"/>
          </ac:picMkLst>
        </pc:picChg>
      </pc:sldChg>
      <pc:sldChg chg="addSp delSp modSp mod">
        <pc:chgData name="Hitesh Saini" userId="8dca73311806eaa7" providerId="LiveId" clId="{8A18633D-D30F-4A5D-8CA4-C7F9C5B6B645}" dt="2026-06-17T01:34:58.152" v="13" actId="478"/>
        <pc:sldMkLst>
          <pc:docMk/>
          <pc:sldMk cId="0" sldId="258"/>
        </pc:sldMkLst>
        <pc:spChg chg="del">
          <ac:chgData name="Hitesh Saini" userId="8dca73311806eaa7" providerId="LiveId" clId="{8A18633D-D30F-4A5D-8CA4-C7F9C5B6B645}" dt="2026-06-17T01:34:58.152" v="13" actId="478"/>
          <ac:spMkLst>
            <pc:docMk/>
            <pc:sldMk cId="0" sldId="258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1:34:53.563" v="12" actId="1076"/>
          <ac:picMkLst>
            <pc:docMk/>
            <pc:sldMk cId="0" sldId="258"/>
            <ac:picMk id="3074" creationId="{AC6C87B1-568E-24A3-4B83-E3459EF2A035}"/>
          </ac:picMkLst>
        </pc:picChg>
      </pc:sldChg>
      <pc:sldChg chg="addSp delSp modSp mod">
        <pc:chgData name="Hitesh Saini" userId="8dca73311806eaa7" providerId="LiveId" clId="{8A18633D-D30F-4A5D-8CA4-C7F9C5B6B645}" dt="2026-06-17T01:35:59.418" v="18" actId="478"/>
        <pc:sldMkLst>
          <pc:docMk/>
          <pc:sldMk cId="0" sldId="259"/>
        </pc:sldMkLst>
        <pc:spChg chg="del">
          <ac:chgData name="Hitesh Saini" userId="8dca73311806eaa7" providerId="LiveId" clId="{8A18633D-D30F-4A5D-8CA4-C7F9C5B6B645}" dt="2026-06-17T01:35:59.418" v="18" actId="478"/>
          <ac:spMkLst>
            <pc:docMk/>
            <pc:sldMk cId="0" sldId="259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1:35:54.101" v="17" actId="1076"/>
          <ac:picMkLst>
            <pc:docMk/>
            <pc:sldMk cId="0" sldId="259"/>
            <ac:picMk id="4098" creationId="{0D9ECD79-A0AE-29D3-B41F-56080E54B7A3}"/>
          </ac:picMkLst>
        </pc:picChg>
      </pc:sldChg>
      <pc:sldChg chg="addSp modSp">
        <pc:chgData name="Hitesh Saini" userId="8dca73311806eaa7" providerId="LiveId" clId="{8A18633D-D30F-4A5D-8CA4-C7F9C5B6B645}" dt="2026-06-17T01:36:44.926" v="23" actId="1076"/>
        <pc:sldMkLst>
          <pc:docMk/>
          <pc:sldMk cId="0" sldId="260"/>
        </pc:sldMkLst>
        <pc:picChg chg="add mod">
          <ac:chgData name="Hitesh Saini" userId="8dca73311806eaa7" providerId="LiveId" clId="{8A18633D-D30F-4A5D-8CA4-C7F9C5B6B645}" dt="2026-06-17T01:36:44.926" v="23" actId="1076"/>
          <ac:picMkLst>
            <pc:docMk/>
            <pc:sldMk cId="0" sldId="260"/>
            <ac:picMk id="5122" creationId="{AC3C4875-08B4-2D3D-19D9-302217028CCD}"/>
          </ac:picMkLst>
        </pc:picChg>
      </pc:sldChg>
      <pc:sldChg chg="addSp delSp modSp mod">
        <pc:chgData name="Hitesh Saini" userId="8dca73311806eaa7" providerId="LiveId" clId="{8A18633D-D30F-4A5D-8CA4-C7F9C5B6B645}" dt="2026-06-17T03:19:46.678" v="39" actId="478"/>
        <pc:sldMkLst>
          <pc:docMk/>
          <pc:sldMk cId="0" sldId="261"/>
        </pc:sldMkLst>
        <pc:spChg chg="del">
          <ac:chgData name="Hitesh Saini" userId="8dca73311806eaa7" providerId="LiveId" clId="{8A18633D-D30F-4A5D-8CA4-C7F9C5B6B645}" dt="2026-06-17T03:19:46.678" v="39" actId="478"/>
          <ac:spMkLst>
            <pc:docMk/>
            <pc:sldMk cId="0" sldId="261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14:06.441" v="26" actId="1076"/>
          <ac:picMkLst>
            <pc:docMk/>
            <pc:sldMk cId="0" sldId="261"/>
            <ac:picMk id="6146" creationId="{CCA83D6A-AB55-7FC0-DAD4-F907E4C08D0A}"/>
          </ac:picMkLst>
        </pc:picChg>
      </pc:sldChg>
      <pc:sldChg chg="addSp delSp modSp mod">
        <pc:chgData name="Hitesh Saini" userId="8dca73311806eaa7" providerId="LiveId" clId="{8A18633D-D30F-4A5D-8CA4-C7F9C5B6B645}" dt="2026-06-17T03:19:35.716" v="38" actId="478"/>
        <pc:sldMkLst>
          <pc:docMk/>
          <pc:sldMk cId="0" sldId="262"/>
        </pc:sldMkLst>
        <pc:spChg chg="del">
          <ac:chgData name="Hitesh Saini" userId="8dca73311806eaa7" providerId="LiveId" clId="{8A18633D-D30F-4A5D-8CA4-C7F9C5B6B645}" dt="2026-06-17T03:19:35.716" v="38" actId="478"/>
          <ac:spMkLst>
            <pc:docMk/>
            <pc:sldMk cId="0" sldId="262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16:49.249" v="29" actId="1076"/>
          <ac:picMkLst>
            <pc:docMk/>
            <pc:sldMk cId="0" sldId="262"/>
            <ac:picMk id="7170" creationId="{83558084-DC0E-D62E-8FB2-0C68B52A971B}"/>
          </ac:picMkLst>
        </pc:picChg>
      </pc:sldChg>
      <pc:sldChg chg="addSp delSp modSp mod">
        <pc:chgData name="Hitesh Saini" userId="8dca73311806eaa7" providerId="LiveId" clId="{8A18633D-D30F-4A5D-8CA4-C7F9C5B6B645}" dt="2026-06-17T03:19:31.417" v="37" actId="478"/>
        <pc:sldMkLst>
          <pc:docMk/>
          <pc:sldMk cId="0" sldId="263"/>
        </pc:sldMkLst>
        <pc:spChg chg="del">
          <ac:chgData name="Hitesh Saini" userId="8dca73311806eaa7" providerId="LiveId" clId="{8A18633D-D30F-4A5D-8CA4-C7F9C5B6B645}" dt="2026-06-17T03:19:31.417" v="37" actId="478"/>
          <ac:spMkLst>
            <pc:docMk/>
            <pc:sldMk cId="0" sldId="263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18:20.951" v="32" actId="1076"/>
          <ac:picMkLst>
            <pc:docMk/>
            <pc:sldMk cId="0" sldId="263"/>
            <ac:picMk id="8194" creationId="{6C92F089-4D50-B90C-BBAE-1084D86FFE6D}"/>
          </ac:picMkLst>
        </pc:picChg>
      </pc:sldChg>
      <pc:sldChg chg="addSp delSp modSp mod">
        <pc:chgData name="Hitesh Saini" userId="8dca73311806eaa7" providerId="LiveId" clId="{8A18633D-D30F-4A5D-8CA4-C7F9C5B6B645}" dt="2026-06-17T03:19:27.225" v="36" actId="478"/>
        <pc:sldMkLst>
          <pc:docMk/>
          <pc:sldMk cId="0" sldId="264"/>
        </pc:sldMkLst>
        <pc:spChg chg="del">
          <ac:chgData name="Hitesh Saini" userId="8dca73311806eaa7" providerId="LiveId" clId="{8A18633D-D30F-4A5D-8CA4-C7F9C5B6B645}" dt="2026-06-17T03:19:27.225" v="36" actId="478"/>
          <ac:spMkLst>
            <pc:docMk/>
            <pc:sldMk cId="0" sldId="264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19:09.127" v="35" actId="1076"/>
          <ac:picMkLst>
            <pc:docMk/>
            <pc:sldMk cId="0" sldId="264"/>
            <ac:picMk id="9218" creationId="{57A48849-240C-D4A2-A3EA-D9B272362886}"/>
          </ac:picMkLst>
        </pc:picChg>
      </pc:sldChg>
      <pc:sldChg chg="delSp mod">
        <pc:chgData name="Hitesh Saini" userId="8dca73311806eaa7" providerId="LiveId" clId="{8A18633D-D30F-4A5D-8CA4-C7F9C5B6B645}" dt="2026-06-17T03:19:52.529" v="40" actId="478"/>
        <pc:sldMkLst>
          <pc:docMk/>
          <pc:sldMk cId="0" sldId="265"/>
        </pc:sldMkLst>
        <pc:spChg chg="del">
          <ac:chgData name="Hitesh Saini" userId="8dca73311806eaa7" providerId="LiveId" clId="{8A18633D-D30F-4A5D-8CA4-C7F9C5B6B645}" dt="2026-06-17T03:19:52.529" v="40" actId="478"/>
          <ac:spMkLst>
            <pc:docMk/>
            <pc:sldMk cId="0" sldId="265"/>
            <ac:spMk id="4" creationId="{00000000-0000-0000-0000-000000000000}"/>
          </ac:spMkLst>
        </pc:spChg>
      </pc:sldChg>
      <pc:sldChg chg="addSp delSp modSp mod">
        <pc:chgData name="Hitesh Saini" userId="8dca73311806eaa7" providerId="LiveId" clId="{8A18633D-D30F-4A5D-8CA4-C7F9C5B6B645}" dt="2026-06-17T03:21:18.899" v="44" actId="478"/>
        <pc:sldMkLst>
          <pc:docMk/>
          <pc:sldMk cId="0" sldId="266"/>
        </pc:sldMkLst>
        <pc:spChg chg="del">
          <ac:chgData name="Hitesh Saini" userId="8dca73311806eaa7" providerId="LiveId" clId="{8A18633D-D30F-4A5D-8CA4-C7F9C5B6B645}" dt="2026-06-17T03:21:18.899" v="44" actId="478"/>
          <ac:spMkLst>
            <pc:docMk/>
            <pc:sldMk cId="0" sldId="266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21:13.970" v="43" actId="1076"/>
          <ac:picMkLst>
            <pc:docMk/>
            <pc:sldMk cId="0" sldId="266"/>
            <ac:picMk id="10242" creationId="{A4BE7B3F-5FD6-3024-EA51-8505AB9BD2CA}"/>
          </ac:picMkLst>
        </pc:picChg>
      </pc:sldChg>
      <pc:sldChg chg="addSp delSp modSp mod">
        <pc:chgData name="Hitesh Saini" userId="8dca73311806eaa7" providerId="LiveId" clId="{8A18633D-D30F-4A5D-8CA4-C7F9C5B6B645}" dt="2026-06-17T03:21:49.012" v="48" actId="478"/>
        <pc:sldMkLst>
          <pc:docMk/>
          <pc:sldMk cId="0" sldId="267"/>
        </pc:sldMkLst>
        <pc:spChg chg="del">
          <ac:chgData name="Hitesh Saini" userId="8dca73311806eaa7" providerId="LiveId" clId="{8A18633D-D30F-4A5D-8CA4-C7F9C5B6B645}" dt="2026-06-17T03:21:49.012" v="48" actId="478"/>
          <ac:spMkLst>
            <pc:docMk/>
            <pc:sldMk cId="0" sldId="267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21:45.124" v="47" actId="1076"/>
          <ac:picMkLst>
            <pc:docMk/>
            <pc:sldMk cId="0" sldId="267"/>
            <ac:picMk id="11266" creationId="{8290B39A-7651-7267-B3A6-092A0574FA79}"/>
          </ac:picMkLst>
        </pc:picChg>
      </pc:sldChg>
      <pc:sldChg chg="addSp delSp">
        <pc:chgData name="Hitesh Saini" userId="8dca73311806eaa7" providerId="LiveId" clId="{8A18633D-D30F-4A5D-8CA4-C7F9C5B6B645}" dt="2026-06-17T03:22:41.489" v="50" actId="478"/>
        <pc:sldMkLst>
          <pc:docMk/>
          <pc:sldMk cId="0" sldId="269"/>
        </pc:sldMkLst>
        <pc:picChg chg="add del">
          <ac:chgData name="Hitesh Saini" userId="8dca73311806eaa7" providerId="LiveId" clId="{8A18633D-D30F-4A5D-8CA4-C7F9C5B6B645}" dt="2026-06-17T03:22:41.489" v="50" actId="478"/>
          <ac:picMkLst>
            <pc:docMk/>
            <pc:sldMk cId="0" sldId="269"/>
            <ac:picMk id="12290" creationId="{852B46B1-8953-9FB0-F8BE-564D826CFE08}"/>
          </ac:picMkLst>
        </pc:picChg>
      </pc:sldChg>
      <pc:sldChg chg="addSp delSp modSp mod">
        <pc:chgData name="Hitesh Saini" userId="8dca73311806eaa7" providerId="LiveId" clId="{8A18633D-D30F-4A5D-8CA4-C7F9C5B6B645}" dt="2026-06-17T03:24:01.078" v="55" actId="478"/>
        <pc:sldMkLst>
          <pc:docMk/>
          <pc:sldMk cId="0" sldId="270"/>
        </pc:sldMkLst>
        <pc:spChg chg="del">
          <ac:chgData name="Hitesh Saini" userId="8dca73311806eaa7" providerId="LiveId" clId="{8A18633D-D30F-4A5D-8CA4-C7F9C5B6B645}" dt="2026-06-17T03:24:01.078" v="55" actId="478"/>
          <ac:spMkLst>
            <pc:docMk/>
            <pc:sldMk cId="0" sldId="270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23:58.098" v="54" actId="14100"/>
          <ac:picMkLst>
            <pc:docMk/>
            <pc:sldMk cId="0" sldId="270"/>
            <ac:picMk id="13314" creationId="{710D6A8B-701E-3CEC-D74E-DB3EE2CECDE4}"/>
          </ac:picMkLst>
        </pc:picChg>
      </pc:sldChg>
      <pc:sldChg chg="addSp delSp modSp mod">
        <pc:chgData name="Hitesh Saini" userId="8dca73311806eaa7" providerId="LiveId" clId="{8A18633D-D30F-4A5D-8CA4-C7F9C5B6B645}" dt="2026-06-17T03:26:59.203" v="71" actId="478"/>
        <pc:sldMkLst>
          <pc:docMk/>
          <pc:sldMk cId="0" sldId="271"/>
        </pc:sldMkLst>
        <pc:spChg chg="mod">
          <ac:chgData name="Hitesh Saini" userId="8dca73311806eaa7" providerId="LiveId" clId="{8A18633D-D30F-4A5D-8CA4-C7F9C5B6B645}" dt="2026-06-17T03:26:40.959" v="64" actId="1076"/>
          <ac:spMkLst>
            <pc:docMk/>
            <pc:sldMk cId="0" sldId="271"/>
            <ac:spMk id="3" creationId="{00000000-0000-0000-0000-000000000000}"/>
          </ac:spMkLst>
        </pc:spChg>
        <pc:spChg chg="add del mod">
          <ac:chgData name="Hitesh Saini" userId="8dca73311806eaa7" providerId="LiveId" clId="{8A18633D-D30F-4A5D-8CA4-C7F9C5B6B645}" dt="2026-06-17T03:26:59.203" v="71" actId="478"/>
          <ac:spMkLst>
            <pc:docMk/>
            <pc:sldMk cId="0" sldId="271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26:40.959" v="64" actId="1076"/>
          <ac:picMkLst>
            <pc:docMk/>
            <pc:sldMk cId="0" sldId="271"/>
            <ac:picMk id="14338" creationId="{BBEC052E-7D2F-36A3-2B02-8FE32BF56D80}"/>
          </ac:picMkLst>
        </pc:picChg>
        <pc:picChg chg="add del mod">
          <ac:chgData name="Hitesh Saini" userId="8dca73311806eaa7" providerId="LiveId" clId="{8A18633D-D30F-4A5D-8CA4-C7F9C5B6B645}" dt="2026-06-17T03:26:56.666" v="70" actId="478"/>
          <ac:picMkLst>
            <pc:docMk/>
            <pc:sldMk cId="0" sldId="271"/>
            <ac:picMk id="14340" creationId="{3673932C-2821-4451-EE29-C0618642A84F}"/>
          </ac:picMkLst>
        </pc:picChg>
      </pc:sldChg>
      <pc:sldChg chg="addSp delSp modSp mod">
        <pc:chgData name="Hitesh Saini" userId="8dca73311806eaa7" providerId="LiveId" clId="{8A18633D-D30F-4A5D-8CA4-C7F9C5B6B645}" dt="2026-06-17T03:29:29.083" v="80" actId="478"/>
        <pc:sldMkLst>
          <pc:docMk/>
          <pc:sldMk cId="0" sldId="272"/>
        </pc:sldMkLst>
        <pc:spChg chg="del">
          <ac:chgData name="Hitesh Saini" userId="8dca73311806eaa7" providerId="LiveId" clId="{8A18633D-D30F-4A5D-8CA4-C7F9C5B6B645}" dt="2026-06-17T03:29:29.083" v="80" actId="478"/>
          <ac:spMkLst>
            <pc:docMk/>
            <pc:sldMk cId="0" sldId="272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27:39.842" v="74" actId="1076"/>
          <ac:picMkLst>
            <pc:docMk/>
            <pc:sldMk cId="0" sldId="272"/>
            <ac:picMk id="15362" creationId="{BD17FFF6-C3CE-9F15-FF9D-48AC5899D663}"/>
          </ac:picMkLst>
        </pc:picChg>
      </pc:sldChg>
      <pc:sldChg chg="delSp mod">
        <pc:chgData name="Hitesh Saini" userId="8dca73311806eaa7" providerId="LiveId" clId="{8A18633D-D30F-4A5D-8CA4-C7F9C5B6B645}" dt="2026-06-17T03:29:25.706" v="79" actId="478"/>
        <pc:sldMkLst>
          <pc:docMk/>
          <pc:sldMk cId="0" sldId="273"/>
        </pc:sldMkLst>
        <pc:spChg chg="del">
          <ac:chgData name="Hitesh Saini" userId="8dca73311806eaa7" providerId="LiveId" clId="{8A18633D-D30F-4A5D-8CA4-C7F9C5B6B645}" dt="2026-06-17T03:29:25.706" v="79" actId="478"/>
          <ac:spMkLst>
            <pc:docMk/>
            <pc:sldMk cId="0" sldId="273"/>
            <ac:spMk id="4" creationId="{00000000-0000-0000-0000-000000000000}"/>
          </ac:spMkLst>
        </pc:spChg>
      </pc:sldChg>
      <pc:sldChg chg="addSp delSp modSp mod">
        <pc:chgData name="Hitesh Saini" userId="8dca73311806eaa7" providerId="LiveId" clId="{8A18633D-D30F-4A5D-8CA4-C7F9C5B6B645}" dt="2026-06-17T03:29:18.532" v="78" actId="478"/>
        <pc:sldMkLst>
          <pc:docMk/>
          <pc:sldMk cId="0" sldId="274"/>
        </pc:sldMkLst>
        <pc:spChg chg="del">
          <ac:chgData name="Hitesh Saini" userId="8dca73311806eaa7" providerId="LiveId" clId="{8A18633D-D30F-4A5D-8CA4-C7F9C5B6B645}" dt="2026-06-17T03:29:18.532" v="78" actId="478"/>
          <ac:spMkLst>
            <pc:docMk/>
            <pc:sldMk cId="0" sldId="274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28:45.867" v="77" actId="1076"/>
          <ac:picMkLst>
            <pc:docMk/>
            <pc:sldMk cId="0" sldId="274"/>
            <ac:picMk id="16386" creationId="{062B8BEC-A63E-3A53-9F68-5210E6E7B677}"/>
          </ac:picMkLst>
        </pc:picChg>
      </pc:sldChg>
      <pc:sldChg chg="addSp delSp modSp mod">
        <pc:chgData name="Hitesh Saini" userId="8dca73311806eaa7" providerId="LiveId" clId="{8A18633D-D30F-4A5D-8CA4-C7F9C5B6B645}" dt="2026-06-17T03:30:12.827" v="84" actId="1076"/>
        <pc:sldMkLst>
          <pc:docMk/>
          <pc:sldMk cId="0" sldId="275"/>
        </pc:sldMkLst>
        <pc:spChg chg="del">
          <ac:chgData name="Hitesh Saini" userId="8dca73311806eaa7" providerId="LiveId" clId="{8A18633D-D30F-4A5D-8CA4-C7F9C5B6B645}" dt="2026-06-17T03:29:37.237" v="81" actId="478"/>
          <ac:spMkLst>
            <pc:docMk/>
            <pc:sldMk cId="0" sldId="275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30:12.827" v="84" actId="1076"/>
          <ac:picMkLst>
            <pc:docMk/>
            <pc:sldMk cId="0" sldId="275"/>
            <ac:picMk id="17410" creationId="{3C078F9A-E593-1006-A26A-B048BCB2DCF9}"/>
          </ac:picMkLst>
        </pc:picChg>
      </pc:sldChg>
      <pc:sldChg chg="addSp delSp modSp mod">
        <pc:chgData name="Hitesh Saini" userId="8dca73311806eaa7" providerId="LiveId" clId="{8A18633D-D30F-4A5D-8CA4-C7F9C5B6B645}" dt="2026-06-17T03:31:07.667" v="88" actId="478"/>
        <pc:sldMkLst>
          <pc:docMk/>
          <pc:sldMk cId="0" sldId="276"/>
        </pc:sldMkLst>
        <pc:spChg chg="del">
          <ac:chgData name="Hitesh Saini" userId="8dca73311806eaa7" providerId="LiveId" clId="{8A18633D-D30F-4A5D-8CA4-C7F9C5B6B645}" dt="2026-06-17T03:31:07.667" v="88" actId="478"/>
          <ac:spMkLst>
            <pc:docMk/>
            <pc:sldMk cId="0" sldId="276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30:59.998" v="87" actId="1076"/>
          <ac:picMkLst>
            <pc:docMk/>
            <pc:sldMk cId="0" sldId="276"/>
            <ac:picMk id="18434" creationId="{40D9DD5C-E6C3-4E54-46EC-6C38986A374F}"/>
          </ac:picMkLst>
        </pc:picChg>
      </pc:sldChg>
      <pc:sldChg chg="delSp mod">
        <pc:chgData name="Hitesh Saini" userId="8dca73311806eaa7" providerId="LiveId" clId="{8A18633D-D30F-4A5D-8CA4-C7F9C5B6B645}" dt="2026-06-17T03:31:11.486" v="89" actId="478"/>
        <pc:sldMkLst>
          <pc:docMk/>
          <pc:sldMk cId="0" sldId="277"/>
        </pc:sldMkLst>
        <pc:spChg chg="del">
          <ac:chgData name="Hitesh Saini" userId="8dca73311806eaa7" providerId="LiveId" clId="{8A18633D-D30F-4A5D-8CA4-C7F9C5B6B645}" dt="2026-06-17T03:31:11.486" v="89" actId="478"/>
          <ac:spMkLst>
            <pc:docMk/>
            <pc:sldMk cId="0" sldId="277"/>
            <ac:spMk id="4" creationId="{00000000-0000-0000-0000-000000000000}"/>
          </ac:spMkLst>
        </pc:spChg>
      </pc:sldChg>
      <pc:sldChg chg="delSp mod">
        <pc:chgData name="Hitesh Saini" userId="8dca73311806eaa7" providerId="LiveId" clId="{8A18633D-D30F-4A5D-8CA4-C7F9C5B6B645}" dt="2026-06-17T03:31:19.542" v="90" actId="478"/>
        <pc:sldMkLst>
          <pc:docMk/>
          <pc:sldMk cId="0" sldId="278"/>
        </pc:sldMkLst>
        <pc:spChg chg="del">
          <ac:chgData name="Hitesh Saini" userId="8dca73311806eaa7" providerId="LiveId" clId="{8A18633D-D30F-4A5D-8CA4-C7F9C5B6B645}" dt="2026-06-17T03:31:19.542" v="90" actId="478"/>
          <ac:spMkLst>
            <pc:docMk/>
            <pc:sldMk cId="0" sldId="278"/>
            <ac:spMk id="4" creationId="{00000000-0000-0000-0000-000000000000}"/>
          </ac:spMkLst>
        </pc:spChg>
      </pc:sldChg>
      <pc:sldChg chg="addSp delSp modSp mod">
        <pc:chgData name="Hitesh Saini" userId="8dca73311806eaa7" providerId="LiveId" clId="{8A18633D-D30F-4A5D-8CA4-C7F9C5B6B645}" dt="2026-06-17T03:34:09.603" v="94" actId="478"/>
        <pc:sldMkLst>
          <pc:docMk/>
          <pc:sldMk cId="0" sldId="279"/>
        </pc:sldMkLst>
        <pc:spChg chg="del">
          <ac:chgData name="Hitesh Saini" userId="8dca73311806eaa7" providerId="LiveId" clId="{8A18633D-D30F-4A5D-8CA4-C7F9C5B6B645}" dt="2026-06-17T03:34:09.603" v="94" actId="478"/>
          <ac:spMkLst>
            <pc:docMk/>
            <pc:sldMk cId="0" sldId="279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31:53.436" v="93" actId="1076"/>
          <ac:picMkLst>
            <pc:docMk/>
            <pc:sldMk cId="0" sldId="279"/>
            <ac:picMk id="19458" creationId="{2DB42AB9-6D09-FBC7-EA7B-0E95FC5021E6}"/>
          </ac:picMkLst>
        </pc:picChg>
      </pc:sldChg>
      <pc:sldChg chg="delSp mod">
        <pc:chgData name="Hitesh Saini" userId="8dca73311806eaa7" providerId="LiveId" clId="{8A18633D-D30F-4A5D-8CA4-C7F9C5B6B645}" dt="2026-06-17T03:34:14.135" v="95" actId="478"/>
        <pc:sldMkLst>
          <pc:docMk/>
          <pc:sldMk cId="0" sldId="280"/>
        </pc:sldMkLst>
        <pc:spChg chg="del">
          <ac:chgData name="Hitesh Saini" userId="8dca73311806eaa7" providerId="LiveId" clId="{8A18633D-D30F-4A5D-8CA4-C7F9C5B6B645}" dt="2026-06-17T03:34:14.135" v="95" actId="478"/>
          <ac:spMkLst>
            <pc:docMk/>
            <pc:sldMk cId="0" sldId="280"/>
            <ac:spMk id="4" creationId="{00000000-0000-0000-0000-000000000000}"/>
          </ac:spMkLst>
        </pc:spChg>
      </pc:sldChg>
      <pc:sldChg chg="delSp mod">
        <pc:chgData name="Hitesh Saini" userId="8dca73311806eaa7" providerId="LiveId" clId="{8A18633D-D30F-4A5D-8CA4-C7F9C5B6B645}" dt="2026-06-17T03:34:19.554" v="96" actId="478"/>
        <pc:sldMkLst>
          <pc:docMk/>
          <pc:sldMk cId="0" sldId="281"/>
        </pc:sldMkLst>
        <pc:spChg chg="del">
          <ac:chgData name="Hitesh Saini" userId="8dca73311806eaa7" providerId="LiveId" clId="{8A18633D-D30F-4A5D-8CA4-C7F9C5B6B645}" dt="2026-06-17T03:34:19.554" v="96" actId="478"/>
          <ac:spMkLst>
            <pc:docMk/>
            <pc:sldMk cId="0" sldId="281"/>
            <ac:spMk id="4" creationId="{00000000-0000-0000-0000-000000000000}"/>
          </ac:spMkLst>
        </pc:spChg>
      </pc:sldChg>
      <pc:sldChg chg="delSp mod">
        <pc:chgData name="Hitesh Saini" userId="8dca73311806eaa7" providerId="LiveId" clId="{8A18633D-D30F-4A5D-8CA4-C7F9C5B6B645}" dt="2026-06-17T03:34:25.406" v="97" actId="478"/>
        <pc:sldMkLst>
          <pc:docMk/>
          <pc:sldMk cId="0" sldId="282"/>
        </pc:sldMkLst>
        <pc:spChg chg="del">
          <ac:chgData name="Hitesh Saini" userId="8dca73311806eaa7" providerId="LiveId" clId="{8A18633D-D30F-4A5D-8CA4-C7F9C5B6B645}" dt="2026-06-17T03:34:25.406" v="97" actId="478"/>
          <ac:spMkLst>
            <pc:docMk/>
            <pc:sldMk cId="0" sldId="282"/>
            <ac:spMk id="4" creationId="{00000000-0000-0000-0000-000000000000}"/>
          </ac:spMkLst>
        </pc:spChg>
      </pc:sldChg>
      <pc:sldChg chg="delSp mod">
        <pc:chgData name="Hitesh Saini" userId="8dca73311806eaa7" providerId="LiveId" clId="{8A18633D-D30F-4A5D-8CA4-C7F9C5B6B645}" dt="2026-06-17T03:34:29.154" v="98" actId="478"/>
        <pc:sldMkLst>
          <pc:docMk/>
          <pc:sldMk cId="0" sldId="283"/>
        </pc:sldMkLst>
        <pc:spChg chg="del">
          <ac:chgData name="Hitesh Saini" userId="8dca73311806eaa7" providerId="LiveId" clId="{8A18633D-D30F-4A5D-8CA4-C7F9C5B6B645}" dt="2026-06-17T03:34:29.154" v="98" actId="478"/>
          <ac:spMkLst>
            <pc:docMk/>
            <pc:sldMk cId="0" sldId="283"/>
            <ac:spMk id="4" creationId="{00000000-0000-0000-0000-000000000000}"/>
          </ac:spMkLst>
        </pc:spChg>
      </pc:sldChg>
      <pc:sldChg chg="addSp delSp modSp mod">
        <pc:chgData name="Hitesh Saini" userId="8dca73311806eaa7" providerId="LiveId" clId="{8A18633D-D30F-4A5D-8CA4-C7F9C5B6B645}" dt="2026-06-17T03:45:56.328" v="182" actId="1076"/>
        <pc:sldMkLst>
          <pc:docMk/>
          <pc:sldMk cId="0" sldId="284"/>
        </pc:sldMkLst>
        <pc:spChg chg="mod">
          <ac:chgData name="Hitesh Saini" userId="8dca73311806eaa7" providerId="LiveId" clId="{8A18633D-D30F-4A5D-8CA4-C7F9C5B6B645}" dt="2026-06-17T03:45:39.795" v="179" actId="20577"/>
          <ac:spMkLst>
            <pc:docMk/>
            <pc:sldMk cId="0" sldId="284"/>
            <ac:spMk id="3" creationId="{00000000-0000-0000-0000-000000000000}"/>
          </ac:spMkLst>
        </pc:spChg>
        <pc:spChg chg="del">
          <ac:chgData name="Hitesh Saini" userId="8dca73311806eaa7" providerId="LiveId" clId="{8A18633D-D30F-4A5D-8CA4-C7F9C5B6B645}" dt="2026-06-17T03:34:32.863" v="99" actId="478"/>
          <ac:spMkLst>
            <pc:docMk/>
            <pc:sldMk cId="0" sldId="284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45:56.328" v="182" actId="1076"/>
          <ac:picMkLst>
            <pc:docMk/>
            <pc:sldMk cId="0" sldId="284"/>
            <ac:picMk id="20482" creationId="{3E9A6D5F-FEEB-541E-192A-6C407464BC1A}"/>
          </ac:picMkLst>
        </pc:picChg>
      </pc:sldChg>
      <pc:sldChg chg="delSp mod">
        <pc:chgData name="Hitesh Saini" userId="8dca73311806eaa7" providerId="LiveId" clId="{8A18633D-D30F-4A5D-8CA4-C7F9C5B6B645}" dt="2026-06-17T03:46:30.164" v="183" actId="478"/>
        <pc:sldMkLst>
          <pc:docMk/>
          <pc:sldMk cId="0" sldId="285"/>
        </pc:sldMkLst>
        <pc:spChg chg="del">
          <ac:chgData name="Hitesh Saini" userId="8dca73311806eaa7" providerId="LiveId" clId="{8A18633D-D30F-4A5D-8CA4-C7F9C5B6B645}" dt="2026-06-17T03:46:30.164" v="183" actId="478"/>
          <ac:spMkLst>
            <pc:docMk/>
            <pc:sldMk cId="0" sldId="285"/>
            <ac:spMk id="4" creationId="{00000000-0000-0000-0000-000000000000}"/>
          </ac:spMkLst>
        </pc:spChg>
      </pc:sldChg>
      <pc:sldChg chg="addSp delSp modSp mod">
        <pc:chgData name="Hitesh Saini" userId="8dca73311806eaa7" providerId="LiveId" clId="{8A18633D-D30F-4A5D-8CA4-C7F9C5B6B645}" dt="2026-06-17T03:48:11.164" v="187" actId="1076"/>
        <pc:sldMkLst>
          <pc:docMk/>
          <pc:sldMk cId="0" sldId="286"/>
        </pc:sldMkLst>
        <pc:spChg chg="del">
          <ac:chgData name="Hitesh Saini" userId="8dca73311806eaa7" providerId="LiveId" clId="{8A18633D-D30F-4A5D-8CA4-C7F9C5B6B645}" dt="2026-06-17T03:46:35.464" v="184" actId="478"/>
          <ac:spMkLst>
            <pc:docMk/>
            <pc:sldMk cId="0" sldId="286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48:11.164" v="187" actId="1076"/>
          <ac:picMkLst>
            <pc:docMk/>
            <pc:sldMk cId="0" sldId="286"/>
            <ac:picMk id="21506" creationId="{004196E0-52D6-5C08-2AE2-731578D68AA9}"/>
          </ac:picMkLst>
        </pc:picChg>
      </pc:sldChg>
      <pc:sldChg chg="addSp modSp">
        <pc:chgData name="Hitesh Saini" userId="8dca73311806eaa7" providerId="LiveId" clId="{8A18633D-D30F-4A5D-8CA4-C7F9C5B6B645}" dt="2026-06-17T03:48:58.746" v="190" actId="1076"/>
        <pc:sldMkLst>
          <pc:docMk/>
          <pc:sldMk cId="0" sldId="287"/>
        </pc:sldMkLst>
        <pc:picChg chg="add mod">
          <ac:chgData name="Hitesh Saini" userId="8dca73311806eaa7" providerId="LiveId" clId="{8A18633D-D30F-4A5D-8CA4-C7F9C5B6B645}" dt="2026-06-17T03:48:58.746" v="190" actId="1076"/>
          <ac:picMkLst>
            <pc:docMk/>
            <pc:sldMk cId="0" sldId="287"/>
            <ac:picMk id="22530" creationId="{F19095B5-B4FA-BF3A-2762-7D4378619F65}"/>
          </ac:picMkLst>
        </pc:picChg>
      </pc:sldChg>
      <pc:sldChg chg="addSp delSp modSp mod">
        <pc:chgData name="Hitesh Saini" userId="8dca73311806eaa7" providerId="LiveId" clId="{8A18633D-D30F-4A5D-8CA4-C7F9C5B6B645}" dt="2026-06-17T03:49:45.033" v="194" actId="1076"/>
        <pc:sldMkLst>
          <pc:docMk/>
          <pc:sldMk cId="0" sldId="288"/>
        </pc:sldMkLst>
        <pc:spChg chg="del">
          <ac:chgData name="Hitesh Saini" userId="8dca73311806eaa7" providerId="LiveId" clId="{8A18633D-D30F-4A5D-8CA4-C7F9C5B6B645}" dt="2026-06-17T03:49:08.907" v="191" actId="478"/>
          <ac:spMkLst>
            <pc:docMk/>
            <pc:sldMk cId="0" sldId="288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49:45.033" v="194" actId="1076"/>
          <ac:picMkLst>
            <pc:docMk/>
            <pc:sldMk cId="0" sldId="288"/>
            <ac:picMk id="23554" creationId="{AA7E537F-59A0-BB82-68CF-F67EDCFC5F53}"/>
          </ac:picMkLst>
        </pc:picChg>
      </pc:sldChg>
      <pc:sldChg chg="delSp mod">
        <pc:chgData name="Hitesh Saini" userId="8dca73311806eaa7" providerId="LiveId" clId="{8A18633D-D30F-4A5D-8CA4-C7F9C5B6B645}" dt="2026-06-17T03:50:40.651" v="195" actId="478"/>
        <pc:sldMkLst>
          <pc:docMk/>
          <pc:sldMk cId="0" sldId="289"/>
        </pc:sldMkLst>
        <pc:spChg chg="del">
          <ac:chgData name="Hitesh Saini" userId="8dca73311806eaa7" providerId="LiveId" clId="{8A18633D-D30F-4A5D-8CA4-C7F9C5B6B645}" dt="2026-06-17T03:50:40.651" v="195" actId="478"/>
          <ac:spMkLst>
            <pc:docMk/>
            <pc:sldMk cId="0" sldId="289"/>
            <ac:spMk id="4" creationId="{00000000-0000-0000-0000-000000000000}"/>
          </ac:spMkLst>
        </pc:spChg>
      </pc:sldChg>
      <pc:sldChg chg="addSp delSp modSp mod">
        <pc:chgData name="Hitesh Saini" userId="8dca73311806eaa7" providerId="LiveId" clId="{8A18633D-D30F-4A5D-8CA4-C7F9C5B6B645}" dt="2026-06-17T03:50:49.977" v="199" actId="1076"/>
        <pc:sldMkLst>
          <pc:docMk/>
          <pc:sldMk cId="0" sldId="290"/>
        </pc:sldMkLst>
        <pc:spChg chg="del">
          <ac:chgData name="Hitesh Saini" userId="8dca73311806eaa7" providerId="LiveId" clId="{8A18633D-D30F-4A5D-8CA4-C7F9C5B6B645}" dt="2026-06-17T03:50:44.766" v="196" actId="478"/>
          <ac:spMkLst>
            <pc:docMk/>
            <pc:sldMk cId="0" sldId="290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50:49.977" v="199" actId="1076"/>
          <ac:picMkLst>
            <pc:docMk/>
            <pc:sldMk cId="0" sldId="290"/>
            <ac:picMk id="24578" creationId="{A4C45688-6257-9616-4DCE-14CC48BCCB20}"/>
          </ac:picMkLst>
        </pc:picChg>
      </pc:sldChg>
      <pc:sldChg chg="addSp delSp modSp mod">
        <pc:chgData name="Hitesh Saini" userId="8dca73311806eaa7" providerId="LiveId" clId="{8A18633D-D30F-4A5D-8CA4-C7F9C5B6B645}" dt="2026-06-17T03:51:40.033" v="203" actId="1076"/>
        <pc:sldMkLst>
          <pc:docMk/>
          <pc:sldMk cId="0" sldId="291"/>
        </pc:sldMkLst>
        <pc:spChg chg="del">
          <ac:chgData name="Hitesh Saini" userId="8dca73311806eaa7" providerId="LiveId" clId="{8A18633D-D30F-4A5D-8CA4-C7F9C5B6B645}" dt="2026-06-17T03:51:36.134" v="200" actId="478"/>
          <ac:spMkLst>
            <pc:docMk/>
            <pc:sldMk cId="0" sldId="291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51:40.033" v="203" actId="1076"/>
          <ac:picMkLst>
            <pc:docMk/>
            <pc:sldMk cId="0" sldId="291"/>
            <ac:picMk id="25602" creationId="{6572B6E5-06FF-4E1E-F7C9-4E27D39BA613}"/>
          </ac:picMkLst>
        </pc:picChg>
      </pc:sldChg>
      <pc:sldChg chg="addSp delSp modSp mod">
        <pc:chgData name="Hitesh Saini" userId="8dca73311806eaa7" providerId="LiveId" clId="{8A18633D-D30F-4A5D-8CA4-C7F9C5B6B645}" dt="2026-06-17T03:53:31.850" v="206" actId="478"/>
        <pc:sldMkLst>
          <pc:docMk/>
          <pc:sldMk cId="0" sldId="292"/>
        </pc:sldMkLst>
        <pc:spChg chg="del">
          <ac:chgData name="Hitesh Saini" userId="8dca73311806eaa7" providerId="LiveId" clId="{8A18633D-D30F-4A5D-8CA4-C7F9C5B6B645}" dt="2026-06-17T03:53:31.850" v="206" actId="478"/>
          <ac:spMkLst>
            <pc:docMk/>
            <pc:sldMk cId="0" sldId="292"/>
            <ac:spMk id="4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17T03:53:28.802" v="205" actId="1076"/>
          <ac:picMkLst>
            <pc:docMk/>
            <pc:sldMk cId="0" sldId="292"/>
            <ac:picMk id="26626" creationId="{49F42240-BCCD-B668-C2D6-99BD3F9F36B0}"/>
          </ac:picMkLst>
        </pc:picChg>
      </pc:sldChg>
      <pc:sldChg chg="delSp mod">
        <pc:chgData name="Hitesh Saini" userId="8dca73311806eaa7" providerId="LiveId" clId="{8A18633D-D30F-4A5D-8CA4-C7F9C5B6B645}" dt="2026-06-17T03:53:43.316" v="207" actId="478"/>
        <pc:sldMkLst>
          <pc:docMk/>
          <pc:sldMk cId="0" sldId="293"/>
        </pc:sldMkLst>
        <pc:spChg chg="del">
          <ac:chgData name="Hitesh Saini" userId="8dca73311806eaa7" providerId="LiveId" clId="{8A18633D-D30F-4A5D-8CA4-C7F9C5B6B645}" dt="2026-06-17T03:53:43.316" v="207" actId="478"/>
          <ac:spMkLst>
            <pc:docMk/>
            <pc:sldMk cId="0" sldId="293"/>
            <ac:spMk id="4" creationId="{00000000-0000-0000-0000-000000000000}"/>
          </ac:spMkLst>
        </pc:spChg>
      </pc:sldChg>
      <pc:sldChg chg="delSp mod">
        <pc:chgData name="Hitesh Saini" userId="8dca73311806eaa7" providerId="LiveId" clId="{8A18633D-D30F-4A5D-8CA4-C7F9C5B6B645}" dt="2026-06-17T03:53:55.258" v="208" actId="478"/>
        <pc:sldMkLst>
          <pc:docMk/>
          <pc:sldMk cId="0" sldId="294"/>
        </pc:sldMkLst>
        <pc:spChg chg="del">
          <ac:chgData name="Hitesh Saini" userId="8dca73311806eaa7" providerId="LiveId" clId="{8A18633D-D30F-4A5D-8CA4-C7F9C5B6B645}" dt="2026-06-17T03:53:55.258" v="208" actId="478"/>
          <ac:spMkLst>
            <pc:docMk/>
            <pc:sldMk cId="0" sldId="294"/>
            <ac:spMk id="4" creationId="{00000000-0000-0000-0000-000000000000}"/>
          </ac:spMkLst>
        </pc:spChg>
      </pc:sldChg>
      <pc:sldChg chg="delSp mod">
        <pc:chgData name="Hitesh Saini" userId="8dca73311806eaa7" providerId="LiveId" clId="{8A18633D-D30F-4A5D-8CA4-C7F9C5B6B645}" dt="2026-06-17T03:53:59.248" v="209" actId="478"/>
        <pc:sldMkLst>
          <pc:docMk/>
          <pc:sldMk cId="0" sldId="295"/>
        </pc:sldMkLst>
        <pc:spChg chg="del">
          <ac:chgData name="Hitesh Saini" userId="8dca73311806eaa7" providerId="LiveId" clId="{8A18633D-D30F-4A5D-8CA4-C7F9C5B6B645}" dt="2026-06-17T03:53:59.248" v="209" actId="478"/>
          <ac:spMkLst>
            <pc:docMk/>
            <pc:sldMk cId="0" sldId="295"/>
            <ac:spMk id="4" creationId="{00000000-0000-0000-0000-000000000000}"/>
          </ac:spMkLst>
        </pc:spChg>
      </pc:sldChg>
      <pc:sldChg chg="delSp mod">
        <pc:chgData name="Hitesh Saini" userId="8dca73311806eaa7" providerId="LiveId" clId="{8A18633D-D30F-4A5D-8CA4-C7F9C5B6B645}" dt="2026-06-17T03:54:05.233" v="210" actId="478"/>
        <pc:sldMkLst>
          <pc:docMk/>
          <pc:sldMk cId="0" sldId="296"/>
        </pc:sldMkLst>
        <pc:spChg chg="del">
          <ac:chgData name="Hitesh Saini" userId="8dca73311806eaa7" providerId="LiveId" clId="{8A18633D-D30F-4A5D-8CA4-C7F9C5B6B645}" dt="2026-06-17T03:54:05.233" v="210" actId="478"/>
          <ac:spMkLst>
            <pc:docMk/>
            <pc:sldMk cId="0" sldId="296"/>
            <ac:spMk id="4" creationId="{00000000-0000-0000-0000-000000000000}"/>
          </ac:spMkLst>
        </pc:spChg>
      </pc:sldChg>
      <pc:sldChg chg="delSp mod">
        <pc:chgData name="Hitesh Saini" userId="8dca73311806eaa7" providerId="LiveId" clId="{8A18633D-D30F-4A5D-8CA4-C7F9C5B6B645}" dt="2026-06-17T03:54:09.118" v="211" actId="478"/>
        <pc:sldMkLst>
          <pc:docMk/>
          <pc:sldMk cId="0" sldId="297"/>
        </pc:sldMkLst>
        <pc:spChg chg="del">
          <ac:chgData name="Hitesh Saini" userId="8dca73311806eaa7" providerId="LiveId" clId="{8A18633D-D30F-4A5D-8CA4-C7F9C5B6B645}" dt="2026-06-17T03:54:09.118" v="211" actId="478"/>
          <ac:spMkLst>
            <pc:docMk/>
            <pc:sldMk cId="0" sldId="297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8922" y="569757"/>
            <a:ext cx="7772400" cy="1470025"/>
          </a:xfrm>
        </p:spPr>
        <p:txBody>
          <a:bodyPr/>
          <a:lstStyle/>
          <a:p>
            <a:r>
              <a:rPr dirty="0"/>
              <a:t>Portfolio Construction &amp; Risk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1026" name="Picture 2" descr="AI generated image">
            <a:extLst>
              <a:ext uri="{FF2B5EF4-FFF2-40B4-BE49-F238E27FC236}">
                <a16:creationId xmlns:a16="http://schemas.microsoft.com/office/drawing/2014/main" id="{F21FD973-2D64-472B-BFDA-42D70AD7A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26" y="2201385"/>
            <a:ext cx="7150195" cy="3900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Portfolios Exist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concentration risk</a:t>
            </a:r>
          </a:p>
          <a:p>
            <a:r>
              <a:t>Spread capital across assets</a:t>
            </a:r>
          </a:p>
          <a:p>
            <a:r>
              <a:t>Improve risk-adjusted returns</a:t>
            </a:r>
          </a:p>
        </p:txBody>
      </p:sp>
      <p:pic>
        <p:nvPicPr>
          <p:cNvPr id="2050" name="Picture 2" descr="Image of a graph lightbox">
            <a:extLst>
              <a:ext uri="{FF2B5EF4-FFF2-40B4-BE49-F238E27FC236}">
                <a16:creationId xmlns:a16="http://schemas.microsoft.com/office/drawing/2014/main" id="{40DA57A2-FA1D-6451-D5B6-800757D8B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678" y="3348357"/>
            <a:ext cx="5252644" cy="332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Concentration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 much capital in one asset</a:t>
            </a:r>
          </a:p>
          <a:p>
            <a:r>
              <a:t>Large gains possible</a:t>
            </a:r>
          </a:p>
          <a:p>
            <a:r>
              <a:t>Large losses possible</a:t>
            </a:r>
          </a:p>
        </p:txBody>
      </p:sp>
      <p:pic>
        <p:nvPicPr>
          <p:cNvPr id="3074" name="Picture 2" descr="Graph image">
            <a:extLst>
              <a:ext uri="{FF2B5EF4-FFF2-40B4-BE49-F238E27FC236}">
                <a16:creationId xmlns:a16="http://schemas.microsoft.com/office/drawing/2014/main" id="{AC6C87B1-568E-24A3-4B83-E3459EF2A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39" y="2729819"/>
            <a:ext cx="3715279" cy="3853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Diversification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Spread risk</a:t>
            </a:r>
          </a:p>
          <a:p>
            <a:r>
              <a:t>Reduce dependence on one outcome</a:t>
            </a:r>
          </a:p>
          <a:p>
            <a:r>
              <a:t>Improve portfolio stability</a:t>
            </a:r>
          </a:p>
        </p:txBody>
      </p:sp>
      <p:pic>
        <p:nvPicPr>
          <p:cNvPr id="4098" name="Picture 2" descr="Don't Put All Your Eggs in One Basket”: A Timeless Rule for Financial Safety">
            <a:extLst>
              <a:ext uri="{FF2B5EF4-FFF2-40B4-BE49-F238E27FC236}">
                <a16:creationId xmlns:a16="http://schemas.microsoft.com/office/drawing/2014/main" id="{0D9ECD79-A0AE-29D3-B41F-56080E54B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539" y="3300605"/>
            <a:ext cx="4520399" cy="300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Diversification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Lower volatility</a:t>
            </a:r>
          </a:p>
          <a:p>
            <a:r>
              <a:t>Reduced concentration risk</a:t>
            </a:r>
          </a:p>
          <a:p>
            <a:r>
              <a:t>Smoother returns</a:t>
            </a:r>
          </a:p>
          <a:p>
            <a:r>
              <a:t>Better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0972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Visual Here</a:t>
            </a:r>
          </a:p>
        </p:txBody>
      </p:sp>
      <p:pic>
        <p:nvPicPr>
          <p:cNvPr id="5122" name="Picture 2" descr="Image of a graph lightbox">
            <a:extLst>
              <a:ext uri="{FF2B5EF4-FFF2-40B4-BE49-F238E27FC236}">
                <a16:creationId xmlns:a16="http://schemas.microsoft.com/office/drawing/2014/main" id="{AC3C4875-08B4-2D3D-19D9-302217028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717" y="3210849"/>
            <a:ext cx="5527651" cy="344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Diversification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Portfolio A: 100% Apple</a:t>
            </a:r>
          </a:p>
          <a:p>
            <a:r>
              <a:t>Portfolio B: Diversified basket</a:t>
            </a:r>
          </a:p>
        </p:txBody>
      </p:sp>
      <p:pic>
        <p:nvPicPr>
          <p:cNvPr id="6146" name="Picture 2" descr="Image of a graph lightbox">
            <a:extLst>
              <a:ext uri="{FF2B5EF4-FFF2-40B4-BE49-F238E27FC236}">
                <a16:creationId xmlns:a16="http://schemas.microsoft.com/office/drawing/2014/main" id="{CCA83D6A-AB55-7FC0-DAD4-F907E4C08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785" y="3114243"/>
            <a:ext cx="6586430" cy="301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Diversification depends on correlation</a:t>
            </a:r>
          </a:p>
          <a:p>
            <a:r>
              <a:t>More assets ≠ more diversification</a:t>
            </a:r>
          </a:p>
        </p:txBody>
      </p:sp>
      <p:pic>
        <p:nvPicPr>
          <p:cNvPr id="7170" name="Picture 2" descr="asset correlations and market crashes">
            <a:extLst>
              <a:ext uri="{FF2B5EF4-FFF2-40B4-BE49-F238E27FC236}">
                <a16:creationId xmlns:a16="http://schemas.microsoft.com/office/drawing/2014/main" id="{83558084-DC0E-D62E-8FB2-0C68B52A9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412" y="2877439"/>
            <a:ext cx="3937764" cy="3937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Perfect co-movement</a:t>
            </a:r>
          </a:p>
          <a:p>
            <a:r>
              <a:t>No diversification benefit</a:t>
            </a:r>
          </a:p>
        </p:txBody>
      </p:sp>
      <p:pic>
        <p:nvPicPr>
          <p:cNvPr id="8194" name="Picture 2" descr="Image of a graph lightbox">
            <a:extLst>
              <a:ext uri="{FF2B5EF4-FFF2-40B4-BE49-F238E27FC236}">
                <a16:creationId xmlns:a16="http://schemas.microsoft.com/office/drawing/2014/main" id="{6C92F089-4D50-B90C-BBAE-1084D86FF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666" y="2816608"/>
            <a:ext cx="5995164" cy="3766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Assets move differently</a:t>
            </a:r>
          </a:p>
          <a:p>
            <a:r>
              <a:t>Better diversification</a:t>
            </a:r>
          </a:p>
        </p:txBody>
      </p:sp>
      <p:pic>
        <p:nvPicPr>
          <p:cNvPr id="9218" name="Picture 2" descr="Image of a graph lightbox">
            <a:extLst>
              <a:ext uri="{FF2B5EF4-FFF2-40B4-BE49-F238E27FC236}">
                <a16:creationId xmlns:a16="http://schemas.microsoft.com/office/drawing/2014/main" id="{57A48849-240C-D4A2-A3EA-D9B272362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667" y="2972155"/>
            <a:ext cx="5857660" cy="3611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Capital allocation decisions</a:t>
            </a:r>
          </a:p>
          <a:p>
            <a:r>
              <a:t>Determines portfolio behavior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Equal Weight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20%</a:t>
            </a:r>
          </a:p>
          <a:p>
            <a:r>
              <a:t>20%</a:t>
            </a:r>
          </a:p>
          <a:p>
            <a:r>
              <a:t>20%</a:t>
            </a:r>
          </a:p>
          <a:p>
            <a:r>
              <a:t>20%</a:t>
            </a:r>
          </a:p>
          <a:p>
            <a:r>
              <a:t>20%</a:t>
            </a:r>
          </a:p>
        </p:txBody>
      </p:sp>
      <p:pic>
        <p:nvPicPr>
          <p:cNvPr id="10242" name="Picture 2" descr="Graph image">
            <a:extLst>
              <a:ext uri="{FF2B5EF4-FFF2-40B4-BE49-F238E27FC236}">
                <a16:creationId xmlns:a16="http://schemas.microsoft.com/office/drawing/2014/main" id="{A4BE7B3F-5FD6-3024-EA51-8505AB9BD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8117" y="1953431"/>
            <a:ext cx="4502102" cy="435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Weighted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40%</a:t>
            </a:r>
          </a:p>
          <a:p>
            <a:r>
              <a:t>25%</a:t>
            </a:r>
          </a:p>
          <a:p>
            <a:r>
              <a:t>15%</a:t>
            </a:r>
          </a:p>
          <a:p>
            <a:r>
              <a:t>10%</a:t>
            </a:r>
          </a:p>
          <a:p>
            <a:r>
              <a:t>10%</a:t>
            </a:r>
          </a:p>
        </p:txBody>
      </p:sp>
      <p:pic>
        <p:nvPicPr>
          <p:cNvPr id="11266" name="Picture 2" descr="Image of a graph lightbox">
            <a:extLst>
              <a:ext uri="{FF2B5EF4-FFF2-40B4-BE49-F238E27FC236}">
                <a16:creationId xmlns:a16="http://schemas.microsoft.com/office/drawing/2014/main" id="{8290B39A-7651-7267-B3A6-092A0574F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950" y="1907446"/>
            <a:ext cx="4784020" cy="452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50% + 30% + 20% =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0972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Visual Here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Construction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Assets → Returns → Weights → Portfolio →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0972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Visual Here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Risk?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= Uncertainty</a:t>
            </a:r>
          </a:p>
          <a:p>
            <a:r>
              <a:t>Future outcomes unknown</a:t>
            </a:r>
          </a:p>
        </p:txBody>
      </p:sp>
      <p:pic>
        <p:nvPicPr>
          <p:cNvPr id="13314" name="Picture 2" descr="Image of a graph lightbox">
            <a:extLst>
              <a:ext uri="{FF2B5EF4-FFF2-40B4-BE49-F238E27FC236}">
                <a16:creationId xmlns:a16="http://schemas.microsoft.com/office/drawing/2014/main" id="{710D6A8B-701E-3CEC-D74E-DB3EE2CEC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041" y="3045380"/>
            <a:ext cx="6091416" cy="3763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Types of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Market</a:t>
            </a:r>
          </a:p>
          <a:p>
            <a:r>
              <a:rPr dirty="0"/>
              <a:t>Sector</a:t>
            </a:r>
          </a:p>
          <a:p>
            <a:r>
              <a:rPr dirty="0"/>
              <a:t>Liquidity</a:t>
            </a:r>
          </a:p>
          <a:p>
            <a:r>
              <a:rPr dirty="0"/>
              <a:t>Strategy</a:t>
            </a:r>
          </a:p>
        </p:txBody>
      </p:sp>
      <p:pic>
        <p:nvPicPr>
          <p:cNvPr id="14340" name="Picture 4" descr="Image of a graph lightbox">
            <a:extLst>
              <a:ext uri="{FF2B5EF4-FFF2-40B4-BE49-F238E27FC236}">
                <a16:creationId xmlns:a16="http://schemas.microsoft.com/office/drawing/2014/main" id="{3673932C-2821-4451-EE29-C0618642A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972" y="1417638"/>
            <a:ext cx="6614516" cy="500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Volatility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Measures return variability</a:t>
            </a:r>
          </a:p>
        </p:txBody>
      </p:sp>
      <p:pic>
        <p:nvPicPr>
          <p:cNvPr id="15362" name="Picture 2" descr="Image of a graph lightbox">
            <a:extLst>
              <a:ext uri="{FF2B5EF4-FFF2-40B4-BE49-F238E27FC236}">
                <a16:creationId xmlns:a16="http://schemas.microsoft.com/office/drawing/2014/main" id="{BD17FFF6-C3CE-9F15-FF9D-48AC5899D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034" y="2259125"/>
            <a:ext cx="6490177" cy="404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Volatility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volatility = higher uncertainty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Measuring Volatility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deviation of returns</a:t>
            </a:r>
          </a:p>
        </p:txBody>
      </p:sp>
      <p:pic>
        <p:nvPicPr>
          <p:cNvPr id="16386" name="Picture 2" descr="Image of a graph lightbox">
            <a:extLst>
              <a:ext uri="{FF2B5EF4-FFF2-40B4-BE49-F238E27FC236}">
                <a16:creationId xmlns:a16="http://schemas.microsoft.com/office/drawing/2014/main" id="{062B8BEC-A63E-3A53-9F68-5210E6E7B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788" y="2411909"/>
            <a:ext cx="6008914" cy="4048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Volatility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Stable vs unstable portfolio</a:t>
            </a:r>
          </a:p>
        </p:txBody>
      </p:sp>
      <p:pic>
        <p:nvPicPr>
          <p:cNvPr id="17410" name="Picture 2" descr="Image of a graph lightbox">
            <a:extLst>
              <a:ext uri="{FF2B5EF4-FFF2-40B4-BE49-F238E27FC236}">
                <a16:creationId xmlns:a16="http://schemas.microsoft.com/office/drawing/2014/main" id="{3C078F9A-E593-1006-A26A-B048BCB2D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541" y="2386980"/>
            <a:ext cx="6118917" cy="412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Sharpe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Return per unit risk</a:t>
            </a:r>
          </a:p>
        </p:txBody>
      </p:sp>
      <p:pic>
        <p:nvPicPr>
          <p:cNvPr id="18434" name="Picture 2" descr="Image of a graph lightbox">
            <a:extLst>
              <a:ext uri="{FF2B5EF4-FFF2-40B4-BE49-F238E27FC236}">
                <a16:creationId xmlns:a16="http://schemas.microsoft.com/office/drawing/2014/main" id="{40D9DD5C-E6C3-4E54-46EC-6C38986A3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286" y="2240280"/>
            <a:ext cx="6366424" cy="463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Sharpe Ratio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Sharpe preferred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Sharpe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A: 10%/5%=2</a:t>
            </a:r>
          </a:p>
          <a:p>
            <a:r>
              <a:t>B: 15%/15%=1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Maximum Drawdown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Largest peak-to-trough decline</a:t>
            </a:r>
          </a:p>
        </p:txBody>
      </p:sp>
      <p:pic>
        <p:nvPicPr>
          <p:cNvPr id="19458" name="Picture 2" descr="Image of a graph lightbox">
            <a:extLst>
              <a:ext uri="{FF2B5EF4-FFF2-40B4-BE49-F238E27FC236}">
                <a16:creationId xmlns:a16="http://schemas.microsoft.com/office/drawing/2014/main" id="{2DB42AB9-6D09-FBC7-EA7B-0E95FC502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977" y="2326744"/>
            <a:ext cx="6222045" cy="4153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Drawdown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Peak → Decline → Recovery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Win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Winning trades / Total trades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Win Rate Misleads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win rate ≠ profitable strategy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Return=12%, Vol=6%, Sharpe=?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 Sizing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How much should we buy?</a:t>
            </a:r>
            <a:endParaRPr lang="en-US" dirty="0"/>
          </a:p>
          <a:p>
            <a:r>
              <a:rPr lang="en-US" dirty="0"/>
              <a:t>Position Size X Stop Loss % = The dollar amount you want to risk</a:t>
            </a:r>
            <a:endParaRPr dirty="0"/>
          </a:p>
        </p:txBody>
      </p:sp>
      <p:pic>
        <p:nvPicPr>
          <p:cNvPr id="20482" name="Picture 2" descr="Image of a graph lightbox">
            <a:extLst>
              <a:ext uri="{FF2B5EF4-FFF2-40B4-BE49-F238E27FC236}">
                <a16:creationId xmlns:a16="http://schemas.microsoft.com/office/drawing/2014/main" id="{3E9A6D5F-FEEB-541E-192A-6C407464B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790" y="3241286"/>
            <a:ext cx="6359549" cy="3342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 Allocation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Capital ₹100,000</a:t>
            </a:r>
          </a:p>
          <a:p>
            <a:r>
              <a:t>Allocation 10%</a:t>
            </a:r>
          </a:p>
          <a:p>
            <a:r>
              <a:t>Position ₹10,000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Position Sizing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 signal + bad sizing = bad outcome</a:t>
            </a:r>
          </a:p>
        </p:txBody>
      </p:sp>
      <p:pic>
        <p:nvPicPr>
          <p:cNvPr id="21506" name="Picture 2" descr="Image of a graph lightbox">
            <a:extLst>
              <a:ext uri="{FF2B5EF4-FFF2-40B4-BE49-F238E27FC236}">
                <a16:creationId xmlns:a16="http://schemas.microsoft.com/office/drawing/2014/main" id="{004196E0-52D6-5C08-2AE2-731578D68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797" y="2200413"/>
            <a:ext cx="6359549" cy="41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Exposure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hidden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0972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Visual Here</a:t>
            </a:r>
          </a:p>
        </p:txBody>
      </p:sp>
      <p:pic>
        <p:nvPicPr>
          <p:cNvPr id="22530" name="Picture 2" descr="Image of a graph lightbox">
            <a:extLst>
              <a:ext uri="{FF2B5EF4-FFF2-40B4-BE49-F238E27FC236}">
                <a16:creationId xmlns:a16="http://schemas.microsoft.com/office/drawing/2014/main" id="{F19095B5-B4FA-BF3A-2762-7D4378619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295" y="2340666"/>
            <a:ext cx="6187669" cy="4168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Sector Exposure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</a:t>
            </a:r>
          </a:p>
          <a:p>
            <a:r>
              <a:t>Healthcare</a:t>
            </a:r>
          </a:p>
          <a:p>
            <a:r>
              <a:t>Financials</a:t>
            </a:r>
          </a:p>
          <a:p>
            <a:r>
              <a:t>Energy</a:t>
            </a:r>
          </a:p>
        </p:txBody>
      </p:sp>
      <p:pic>
        <p:nvPicPr>
          <p:cNvPr id="23554" name="Picture 2" descr="Image of a graph lightbox">
            <a:extLst>
              <a:ext uri="{FF2B5EF4-FFF2-40B4-BE49-F238E27FC236}">
                <a16:creationId xmlns:a16="http://schemas.microsoft.com/office/drawing/2014/main" id="{AA7E537F-59A0-BB82-68CF-F67EDCFC5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6948" y="3703377"/>
            <a:ext cx="6387050" cy="292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 position size</a:t>
            </a:r>
          </a:p>
          <a:p>
            <a:r>
              <a:t>Max sector exposure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Stop Losses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 capital</a:t>
            </a:r>
          </a:p>
          <a:p>
            <a:r>
              <a:t>Limit downside</a:t>
            </a:r>
          </a:p>
        </p:txBody>
      </p:sp>
      <p:pic>
        <p:nvPicPr>
          <p:cNvPr id="24578" name="Picture 2" descr="Image of a graph lightbox">
            <a:extLst>
              <a:ext uri="{FF2B5EF4-FFF2-40B4-BE49-F238E27FC236}">
                <a16:creationId xmlns:a16="http://schemas.microsoft.com/office/drawing/2014/main" id="{A4C45688-6257-9616-4DCE-14CC48BCC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543" y="2817760"/>
            <a:ext cx="6008914" cy="405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Drawdown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exposure</a:t>
            </a:r>
          </a:p>
          <a:p>
            <a:r>
              <a:t>Preserve capital</a:t>
            </a:r>
          </a:p>
        </p:txBody>
      </p:sp>
      <p:pic>
        <p:nvPicPr>
          <p:cNvPr id="25602" name="Picture 2" descr="Image of a graph lightbox">
            <a:extLst>
              <a:ext uri="{FF2B5EF4-FFF2-40B4-BE49-F238E27FC236}">
                <a16:creationId xmlns:a16="http://schemas.microsoft.com/office/drawing/2014/main" id="{6572B6E5-06FF-4E1E-F7C9-4E27D39BA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287" y="2811952"/>
            <a:ext cx="5924547" cy="384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Momentum</a:t>
            </a:r>
          </a:p>
          <a:p>
            <a:r>
              <a:t>Mean Reversion</a:t>
            </a:r>
          </a:p>
          <a:p>
            <a:r>
              <a:t>Pairs Trading</a:t>
            </a:r>
          </a:p>
        </p:txBody>
      </p:sp>
      <p:pic>
        <p:nvPicPr>
          <p:cNvPr id="26626" name="Picture 2" descr="What Is Quantitative Trading? A Comprehensive Guide to Methods ...">
            <a:extLst>
              <a:ext uri="{FF2B5EF4-FFF2-40B4-BE49-F238E27FC236}">
                <a16:creationId xmlns:a16="http://schemas.microsoft.com/office/drawing/2014/main" id="{49F42240-BCCD-B668-C2D6-99BD3F9F3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888" y="3429000"/>
            <a:ext cx="5610225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of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Diversify ideas</a:t>
            </a:r>
          </a:p>
          <a:p>
            <a:r>
              <a:t>Reduce strategy risk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Management</a:t>
            </a:r>
          </a:p>
          <a:p>
            <a:r>
              <a:t>Exposure Monitoring</a:t>
            </a:r>
          </a:p>
          <a:p>
            <a:r>
              <a:t>Stress Testing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Download Data</a:t>
            </a:r>
          </a:p>
          <a:p>
            <a:r>
              <a:t>Correlation</a:t>
            </a:r>
          </a:p>
          <a:p>
            <a:r>
              <a:t>Portfolio Construction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2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Volatility</a:t>
            </a:r>
          </a:p>
          <a:p>
            <a:r>
              <a:t>Sharpe</a:t>
            </a:r>
          </a:p>
          <a:p>
            <a:r>
              <a:t>Drawdown</a:t>
            </a:r>
          </a:p>
          <a:p>
            <a:r>
              <a:t>Win Rate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Diversification Matters</a:t>
            </a:r>
          </a:p>
          <a:p>
            <a:r>
              <a:t>Correlation Matters</a:t>
            </a:r>
          </a:p>
          <a:p>
            <a:r>
              <a:t>Risk Matters</a:t>
            </a:r>
          </a:p>
          <a:p>
            <a:r>
              <a:t>Position Sizing Matters</a:t>
            </a:r>
          </a:p>
          <a:p>
            <a:r>
              <a:t>Risk Management Matters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402</Words>
  <Application>Microsoft Office PowerPoint</Application>
  <PresentationFormat>On-screen Show (4:3)</PresentationFormat>
  <Paragraphs>137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Portfolio Construction &amp; Risk Management</vt:lpstr>
      <vt:lpstr>Why Portfolios Exist</vt:lpstr>
      <vt:lpstr>Concentration Risk</vt:lpstr>
      <vt:lpstr>Diversification</vt:lpstr>
      <vt:lpstr>Benefits of Diversification</vt:lpstr>
      <vt:lpstr>Diversification Example</vt:lpstr>
      <vt:lpstr>Correlation Intuition</vt:lpstr>
      <vt:lpstr>Correlation = 1</vt:lpstr>
      <vt:lpstr>Low Correlation</vt:lpstr>
      <vt:lpstr>Portfolio Allocation</vt:lpstr>
      <vt:lpstr>Equal Weight Portfolio</vt:lpstr>
      <vt:lpstr>Weighted Portfolio</vt:lpstr>
      <vt:lpstr>Quiz</vt:lpstr>
      <vt:lpstr>Portfolio Construction Pipeline</vt:lpstr>
      <vt:lpstr>What Is Risk?</vt:lpstr>
      <vt:lpstr>Types of Risk</vt:lpstr>
      <vt:lpstr>Volatility</vt:lpstr>
      <vt:lpstr>Why Volatility Matters</vt:lpstr>
      <vt:lpstr>Measuring Volatility</vt:lpstr>
      <vt:lpstr>Volatility Example</vt:lpstr>
      <vt:lpstr>Sharpe Ratio</vt:lpstr>
      <vt:lpstr>Sharpe Ratio Intuition</vt:lpstr>
      <vt:lpstr>Sharpe Example</vt:lpstr>
      <vt:lpstr>Maximum Drawdown</vt:lpstr>
      <vt:lpstr>Drawdown Example</vt:lpstr>
      <vt:lpstr>Win Rate</vt:lpstr>
      <vt:lpstr>Why Win Rate Misleads</vt:lpstr>
      <vt:lpstr>Quiz</vt:lpstr>
      <vt:lpstr>Position Sizing</vt:lpstr>
      <vt:lpstr>Capital Allocation Example</vt:lpstr>
      <vt:lpstr>Why Position Sizing Matters</vt:lpstr>
      <vt:lpstr>Exposure Control</vt:lpstr>
      <vt:lpstr>Sector Exposure</vt:lpstr>
      <vt:lpstr>Position Limits</vt:lpstr>
      <vt:lpstr>Stop Losses</vt:lpstr>
      <vt:lpstr>Portfolio Drawdown Limits</vt:lpstr>
      <vt:lpstr>Combining Strategies</vt:lpstr>
      <vt:lpstr>Portfolio of Strategies</vt:lpstr>
      <vt:lpstr>Industry Perspective</vt:lpstr>
      <vt:lpstr>Lab 1 Preview</vt:lpstr>
      <vt:lpstr>Lab 2 Preview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Hitesh Saini</cp:lastModifiedBy>
  <cp:revision>1</cp:revision>
  <dcterms:created xsi:type="dcterms:W3CDTF">2013-01-27T09:14:16Z</dcterms:created>
  <dcterms:modified xsi:type="dcterms:W3CDTF">2026-06-17T03:54:09Z</dcterms:modified>
  <cp:category/>
</cp:coreProperties>
</file>
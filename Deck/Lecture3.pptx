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6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3 — Financial Time Series for Traders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market behavior using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Financial Time Series?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recorded over time</a:t>
            </a:r>
          </a:p>
          <a:p>
            <a:pPr>
              <a:defRPr sz="2000"/>
            </a:pPr>
            <a:r>
              <a:t>Markets generate continuous time-series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 vs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Returns normalize movement</a:t>
            </a:r>
          </a:p>
          <a:p>
            <a:pPr>
              <a:defRPr sz="2000"/>
            </a:pPr>
            <a:r>
              <a:t>Returns allow fair comparison</a:t>
            </a:r>
          </a:p>
        </p:txBody>
      </p:sp>
      <p:pic>
        <p:nvPicPr>
          <p:cNvPr id="4" name="Picture 3" descr="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03" y="2639385"/>
            <a:ext cx="5943600" cy="3360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(New Price - Old Price) / Old Price</a:t>
            </a:r>
          </a:p>
        </p:txBody>
      </p:sp>
      <p:pic>
        <p:nvPicPr>
          <p:cNvPr id="4" name="Picture 3" descr="return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02" y="2371252"/>
            <a:ext cx="5943600" cy="3285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Volatility measures fluctuation</a:t>
            </a:r>
          </a:p>
          <a:p>
            <a:pPr>
              <a:defRPr sz="2000"/>
            </a:pPr>
            <a:r>
              <a:t>Higher volatility means higher uncertainty</a:t>
            </a:r>
          </a:p>
        </p:txBody>
      </p:sp>
      <p:pic>
        <p:nvPicPr>
          <p:cNvPr id="4" name="Picture 3" descr="vo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52" y="2543132"/>
            <a:ext cx="5943600" cy="3299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Moving 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Smooth noisy prices</a:t>
            </a:r>
          </a:p>
          <a:p>
            <a:pPr>
              <a:defRPr sz="2000"/>
            </a:pPr>
            <a:r>
              <a:t>20-day vs 50-day moving averages</a:t>
            </a:r>
          </a:p>
        </p:txBody>
      </p:sp>
      <p:pic>
        <p:nvPicPr>
          <p:cNvPr id="4" name="Picture 3" descr="ma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82" y="2460630"/>
            <a:ext cx="5943600" cy="32883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Following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Momentum strategies follow trends</a:t>
            </a:r>
          </a:p>
          <a:p>
            <a:pPr>
              <a:defRPr sz="2000"/>
            </a:pPr>
            <a:r>
              <a:t>Strong trends may continue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Reversion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Markets sometimes overreact</a:t>
            </a:r>
          </a:p>
          <a:p>
            <a:pPr>
              <a:defRPr sz="2000"/>
            </a:pPr>
            <a:r>
              <a:t>Prices may return toward normal levels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Randomness &amp;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 every movement has meaning</a:t>
            </a:r>
          </a:p>
          <a:p>
            <a:pPr>
              <a:defRPr sz="2000"/>
            </a:pPr>
            <a:r>
              <a:t>Researchers distinguish signal from noise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are returns?</a:t>
            </a:r>
          </a:p>
          <a:p>
            <a:pPr>
              <a:defRPr sz="2000"/>
            </a:pPr>
            <a:r>
              <a:t>What is volatility?</a:t>
            </a:r>
          </a:p>
          <a:p>
            <a:pPr>
              <a:defRPr sz="2000"/>
            </a:pPr>
            <a:r>
              <a:t>Why use moving averages?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Compute returns</a:t>
            </a:r>
          </a:p>
          <a:p>
            <a:pPr>
              <a:defRPr sz="2000"/>
            </a:pPr>
            <a:r>
              <a:t>Estimate volatility</a:t>
            </a:r>
          </a:p>
          <a:p>
            <a:pPr>
              <a:defRPr sz="2000"/>
            </a:pPr>
            <a:r>
              <a:t>Build moving averages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financial market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Simple trend-following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</Words>
  <Application>Microsoft Office PowerPoint</Application>
  <PresentationFormat>On-screen Show (4:3)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Lecture 3 — Financial Time Series for Traders</vt:lpstr>
      <vt:lpstr>What is a Financial Time Series?</vt:lpstr>
      <vt:lpstr>Prices vs Returns</vt:lpstr>
      <vt:lpstr>Return Formula</vt:lpstr>
      <vt:lpstr>Understanding Volatility</vt:lpstr>
      <vt:lpstr>Moving Averages</vt:lpstr>
      <vt:lpstr>Trend Following</vt:lpstr>
      <vt:lpstr>Mean Reversion</vt:lpstr>
      <vt:lpstr>Randomness &amp; Noise</vt:lpstr>
      <vt:lpstr>Quick Quiz</vt:lpstr>
      <vt:lpstr>Lab Session</vt:lpstr>
      <vt:lpstr>Assignment</vt:lpstr>
      <vt:lpstr>Mini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 Saini</cp:lastModifiedBy>
  <cp:revision>2</cp:revision>
  <dcterms:created xsi:type="dcterms:W3CDTF">2013-01-27T09:14:16Z</dcterms:created>
  <dcterms:modified xsi:type="dcterms:W3CDTF">2026-06-06T02:48:11Z</dcterms:modified>
  <cp:category/>
</cp:coreProperties>
</file>